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41bc23e26940fc" /><Relationship Type="http://schemas.openxmlformats.org/officeDocument/2006/relationships/extended-properties" Target="/docProps/app.xml" Id="Rca49b8e5e09b4d9f" /><Relationship Type="http://schemas.openxmlformats.org/officeDocument/2006/relationships/officeDocument" Target="/ppt/presentation.xml" Id="R2aede0ffd76d4b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ec5805441d4c77"/>
  </p:sldMasterIdLst>
  <p:notesMasterIdLst>
    <p:notesMasterId xmlns:r="http://schemas.openxmlformats.org/officeDocument/2006/relationships" r:id="R8748a21523b64739"/>
  </p:notesMasterIdLst>
  <p:sldIdLst>
    <p:sldId xmlns:r="http://schemas.openxmlformats.org/officeDocument/2006/relationships" id="256" r:id="R4555d2bd42c44e5f"/>
    <p:sldId xmlns:r="http://schemas.openxmlformats.org/officeDocument/2006/relationships" id="257" r:id="R61e3e6119f634632"/>
    <p:sldId xmlns:r="http://schemas.openxmlformats.org/officeDocument/2006/relationships" id="258" r:id="Rb6acf0e40c554839"/>
    <p:sldId xmlns:r="http://schemas.openxmlformats.org/officeDocument/2006/relationships" id="259" r:id="R5934bc5bfce94efc"/>
    <p:sldId xmlns:r="http://schemas.openxmlformats.org/officeDocument/2006/relationships" id="260" r:id="R2a52a3273fd64138"/>
    <p:sldId xmlns:r="http://schemas.openxmlformats.org/officeDocument/2006/relationships" id="261" r:id="Rf8275a4c5186446f"/>
    <p:sldId xmlns:r="http://schemas.openxmlformats.org/officeDocument/2006/relationships" id="262" r:id="R154c4eefe0bd4a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766b35307f4f71" /><Relationship Type="http://schemas.openxmlformats.org/officeDocument/2006/relationships/slideMaster" Target="/ppt/slideMasters/slideMaster1.xml" Id="R36ec5805441d4c77" /><Relationship Type="http://schemas.openxmlformats.org/officeDocument/2006/relationships/notesMaster" Target="/ppt/notesMasters/notesMaster1.xml" Id="R8748a21523b64739" /><Relationship Type="http://schemas.openxmlformats.org/officeDocument/2006/relationships/presProps" Target="/ppt/presProps.xml" Id="Rf68a44b81e9e4f22" /><Relationship Type="http://schemas.openxmlformats.org/officeDocument/2006/relationships/tableStyles" Target="/ppt/tableStyles.xml" Id="R05178a6e3c3a4bc6" /><Relationship Type="http://schemas.openxmlformats.org/officeDocument/2006/relationships/slide" Target="/ppt/slides/slide1.xml" Id="R4555d2bd42c44e5f" /><Relationship Type="http://schemas.openxmlformats.org/officeDocument/2006/relationships/slide" Target="/ppt/slides/slide2.xml" Id="R61e3e6119f634632" /><Relationship Type="http://schemas.openxmlformats.org/officeDocument/2006/relationships/slide" Target="/ppt/slides/slide3.xml" Id="Rb6acf0e40c554839" /><Relationship Type="http://schemas.openxmlformats.org/officeDocument/2006/relationships/slide" Target="/ppt/slides/slide4.xml" Id="R5934bc5bfce94efc" /><Relationship Type="http://schemas.openxmlformats.org/officeDocument/2006/relationships/slide" Target="/ppt/slides/slide5.xml" Id="R2a52a3273fd64138" /><Relationship Type="http://schemas.openxmlformats.org/officeDocument/2006/relationships/slide" Target="/ppt/slides/slide6.xml" Id="Rf8275a4c5186446f" /><Relationship Type="http://schemas.openxmlformats.org/officeDocument/2006/relationships/slide" Target="/ppt/slides/slide7.xml" Id="R154c4eefe0bd4a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f2fc96393748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f502a25f9b4f3a" /><Relationship Type="http://schemas.openxmlformats.org/officeDocument/2006/relationships/notesMaster" Target="/ppt/notesMasters/notesMaster1.xml" Id="Rf9bfbc23010f44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ec2daffb924b1b" /><Relationship Type="http://schemas.openxmlformats.org/officeDocument/2006/relationships/notesMaster" Target="/ppt/notesMasters/notesMaster1.xml" Id="R5c5a31ad27b247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ede4f907a9417d" /><Relationship Type="http://schemas.openxmlformats.org/officeDocument/2006/relationships/notesMaster" Target="/ppt/notesMasters/notesMaster1.xml" Id="R2a9e816f5c6544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49762aff304e04" /><Relationship Type="http://schemas.openxmlformats.org/officeDocument/2006/relationships/notesMaster" Target="/ppt/notesMasters/notesMaster1.xml" Id="R4925fd556bd945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5ed0da8f714ce8" /><Relationship Type="http://schemas.openxmlformats.org/officeDocument/2006/relationships/notesMaster" Target="/ppt/notesMasters/notesMaster1.xml" Id="Rcd3769a16b3147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394137a8f743a5" /><Relationship Type="http://schemas.openxmlformats.org/officeDocument/2006/relationships/notesMaster" Target="/ppt/notesMasters/notesMaster1.xml" Id="R96d85e826df542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e50849b1384502" /><Relationship Type="http://schemas.openxmlformats.org/officeDocument/2006/relationships/notesMaster" Target="/ppt/notesMasters/notesMaster1.xml" Id="R9aeb633d041344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54363eb9a4d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90c9083bb44db8" /><Relationship Type="http://schemas.openxmlformats.org/officeDocument/2006/relationships/slideLayout" Target="/ppt/slideLayouts/slideLayout1.xml" Id="R2e5ece5301a849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5ece5301a849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1f9f42fe14259" /><Relationship Type="http://schemas.openxmlformats.org/officeDocument/2006/relationships/notesSlide" Target="/ppt/notesSlides/notesSlide1.xml" Id="R82fff2e3ce374d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5dfc0c01f406d" /><Relationship Type="http://schemas.openxmlformats.org/officeDocument/2006/relationships/notesSlide" Target="/ppt/notesSlides/notesSlide2.xml" Id="R8ff9b0561ccd42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6c7e9167448e4" /><Relationship Type="http://schemas.openxmlformats.org/officeDocument/2006/relationships/notesSlide" Target="/ppt/notesSlides/notesSlide3.xml" Id="R275f0d0847c440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d47938c8e45f7" /><Relationship Type="http://schemas.openxmlformats.org/officeDocument/2006/relationships/notesSlide" Target="/ppt/notesSlides/notesSlide4.xml" Id="R1150bcb228fb42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8bd2b2c6148e4" /><Relationship Type="http://schemas.openxmlformats.org/officeDocument/2006/relationships/notesSlide" Target="/ppt/notesSlides/notesSlide5.xml" Id="R0a336f03f8b849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38ffc4e1546ec" /><Relationship Type="http://schemas.openxmlformats.org/officeDocument/2006/relationships/notesSlide" Target="/ppt/notesSlides/notesSlide6.xml" Id="Rd4c9374d1f144e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fe45e926f4ab7" /><Relationship Type="http://schemas.openxmlformats.org/officeDocument/2006/relationships/notesSlide" Target="/ppt/notesSlides/notesSlide7.xml" Id="Rc26b1580f38e45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D8F9580-46E2-4A07-B78B-6D052042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Проект ИОС2 — из исходных данных в комплект стадии П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352A2AD-4358-42CC-B60E-104D9973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Рабочий прототип для инженерной проверки и пилотного внедрения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027B636-4402-4FCC-8F3A-AFE17516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ЗАРЯ · DEMO RELEASE 0.1</a:t>
            </a:r>
          </a:p>
        </p:txBody>
      </p:sp>
    </p:spTree>
    <p:extLst>
      <p:ext uri="{BB962C8B-B14F-4D97-AF65-F5344CB8AC3E}">
        <p14:creationId xmlns:p14="http://schemas.microsoft.com/office/powerpoint/2010/main" val="12641460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3EDBA28-3D8B-4E6E-AF15-B7C0A3E1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9D4101B-5EA2-4E9E-9410-27D30B0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Проблема не в одной формуле — теряется связь между расчётом и документами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D44E000D-6845-4BF4-9092-9B5127A4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C7A70BF-4A90-4903-8EC1-4698BB3E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Разрозненный процесс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AE450A3E-E73B-4628-A0ED-195536C5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ручные переносы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несогласованные версии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сложная проверка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3F3E31F-DAD9-4DFA-91BB-D5BB7521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DD38AE2-6EF1-449E-B440-2744A7C2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Единая модель проекта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59D99AE-39BB-4A6F-BC5F-94810A0C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одни исходные данные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единые расчёты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единый комплект выдачи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A4A8E5E-133C-4658-BE48-CC91C7DE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Сегодня инженер вручную переносит одни и те же исходные данные между расчётами, схемой, ПЗ и спецификацией.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Каждая копия создаёт риск расхождения расхода, напора, насоса и состава оборудования.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Комиссии нужен не макет интерфейса, а воспроизводимый инженерный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21025721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57A6E46-2476-4F3D-89D0-503D2E04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E5495F9-78DD-4F00-805B-8C2874D2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Один запуск связывает исходные данные, расчёты и выпуск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2D15BD4-C8DE-4483-9360-F6450764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AADD619-3838-4CE2-8D3F-B3E34813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9B61DF5-C666-44F6-B0C4-8B45FF84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35076EC8-10FA-40D2-A54E-9BFC7651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ШАГ 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A3E6710-163F-4DB7-8A15-FAA865B5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ШАГ 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EDDCAF5-CC17-431C-9B52-613FA602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ШАГ 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C03BC6A-0835-4B8A-816C-D96317A7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Рассчитать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В1, В2, Т3/Т4 и рабочие точки насосов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04C391D5-A6D0-4CF7-80D8-5146E764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Заполнить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объект, ТУ, потребителей и геометрию сетей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CB0988CE-A0CD-4856-B5CF-B545638B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Выпустить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ПЗ, схему, спецификацию и проверочные отчёты</a:t>
            </a:r>
          </a:p>
        </p:txBody>
      </p:sp>
    </p:spTree>
    <p:extLst>
      <p:ext uri="{BB962C8B-B14F-4D97-AF65-F5344CB8AC3E}">
        <p14:creationId xmlns:p14="http://schemas.microsoft.com/office/powerpoint/2010/main" val="21471852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CC97CA2-CDA5-438B-B095-E289AE14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417E3A3-4195-4AA2-BAD7-BFB71DE3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D43FB516-CFE4-4FB2-AAA5-039DF64B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867720E-4A86-42B8-BDDB-D563B0F6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1402278-7375-47DD-87B2-4C17A0DC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Демо-объект даёт проверяемый результат, а не заранее нарисованный отчёт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E479A35-1DB8-4EA1-BEAB-C0435952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расчётный расход В2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448C0F9-87BA-4382-8084-E95BA188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комплект демо-выдачи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02BB369-2E4D-4C99-8D01-C382E5F3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требуемый напор В2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21EE2A16-D71E-49CE-B782-33CB11E1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5,2 л/с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D8A21C2B-18F6-4743-A43E-3AFC4416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60,5 м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BC8CE12-538C-4E28-8F92-3752666F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PDF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01B5A76-F7C1-4031-A10E-4D002D72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Зафиксированный сценарий: 16-этажный жилой дом, два пожарных ствола по 2,6 л/с.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Расчёт, рабочая точка насоса и документы формируются из одного YAML-файла; исходники входят в резервный комплект.</a:t>
            </a:r>
          </a:p>
        </p:txBody>
      </p:sp>
    </p:spTree>
    <p:extLst>
      <p:ext uri="{BB962C8B-B14F-4D97-AF65-F5344CB8AC3E}">
        <p14:creationId xmlns:p14="http://schemas.microsoft.com/office/powerpoint/2010/main" val="17289632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456D4C0-D343-4DDA-8594-DD803E7E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5A595B3-76CB-47F8-852E-158BEED6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Комиссия может проверить и расчёт, и итоговый комплект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BC98F145-6BEA-49CF-BA9D-A4B71A8E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54FD3E3-1492-40EB-BAA4-3B9329D5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Схема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Системы В1/В2/Т3/Т4 и структура пожарного кольца.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4989F143-418A-4B5B-A24E-42660523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CFFBFD5-BF16-43E2-AE69-913ECBA5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Пояснительная записка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Расходы, напоры, рабочие точки и проектные решения.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A416AB13-83C1-4158-B1ED-0A8B0258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6BF611B1-6B5B-4852-B10C-F81ED9DF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Проверочные отчёты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Гидравлика и живучесть по ремонтным участкам.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8A6D8350-3E2B-47FA-A72A-3E5BC863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9965E96B-4115-417E-BACB-4C02145C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Спецификация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Оборудование, насосы и проектные позиции.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DEAC4A4-C57B-4EAD-9016-D283114C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Все артефакты собраны из одного демо-проекта и остаются воспроизводимыми.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Контрольные значения и хеши файлов записаны в manifest.json.</a:t>
            </a:r>
          </a:p>
        </p:txBody>
      </p:sp>
    </p:spTree>
    <p:extLst>
      <p:ext uri="{BB962C8B-B14F-4D97-AF65-F5344CB8AC3E}">
        <p14:creationId xmlns:p14="http://schemas.microsoft.com/office/powerpoint/2010/main" val="1682801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9E0C571-00CF-4460-919E-B4897D4B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37E63E9-B307-4CCD-844B-E6AD3B31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Границы прототипа сформулированы так же строго, как расчёт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0B717A8F-B1B4-494F-9591-53D6D6F1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C28A9AB-BF2D-465D-AEC5-8FE6096C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Уже работает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4B9CB4F8-AB69-48EE-9F7A-C62CB17D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расчёты В1 и В2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подбор по рабочей точке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единый выпуск документов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76FBD2E-6A5B-448A-9723-B5EBBAC2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4315CDB0-71EC-4103-A27B-83EE71EE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Нужно для реального объекта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10BFF17-6A13-4AB0-AFE6-26E6B001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утверждённые ТУ и АР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актуальный каталог насосов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 и подпись инженера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D5AD729-8479-4C8C-8407-A4A9127A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Это помощник инженера стадии П, а не автоматическая замена проектировщика.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Он не подменяет фактические ТУ, архитектурные отметки, каталог поставщика и экспертную проверку.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Гидравлика Т3/Т4 и точная балансировка уточняются после появления аксонометрии.</a:t>
            </a:r>
          </a:p>
        </p:txBody>
      </p:sp>
    </p:spTree>
    <p:extLst>
      <p:ext uri="{BB962C8B-B14F-4D97-AF65-F5344CB8AC3E}">
        <p14:creationId xmlns:p14="http://schemas.microsoft.com/office/powerpoint/2010/main" val="9914571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C599541-70A5-4724-B891-EAC2B463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 — проверить «Зарю» на реальном объекте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7310493-8079-4A1F-8D3F-31FD7956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проектная организация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реальный объект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контрольная сверка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C9CBF4A-DBCC-4A9D-9EB1-7C7C55B6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ПИЛОТ</a:t>
            </a:r>
          </a:p>
        </p:txBody>
      </p:sp>
    </p:spTree>
    <p:extLst>
      <p:ext uri="{BB962C8B-B14F-4D97-AF65-F5344CB8AC3E}">
        <p14:creationId xmlns:p14="http://schemas.microsoft.com/office/powerpoint/2010/main" val="967556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2026-07-19T17:55:08.2060000Z</dcterms:created>
  <dcterms:modified xsi:type="dcterms:W3CDTF">2026-07-19T17:55:08.2060000Z</dcterms:modified>
</coreProperties>
</file>